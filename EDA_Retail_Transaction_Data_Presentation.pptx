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of Large-Scale Retail Transaction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Univariate, Bivariate, and Multivariate Statistical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(EDA) helps understand data before modeling</a:t>
            </a:r>
          </a:p>
          <a:p>
            <a:r>
              <a:t>Retail transaction data is large, complex, and highly dynamic</a:t>
            </a:r>
          </a:p>
          <a:p>
            <a:r>
              <a:t>EDA reveals patterns, anomalies, and relationships in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Transaction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details (Customer ID, demographics)</a:t>
            </a:r>
          </a:p>
          <a:p>
            <a:r>
              <a:t>Product information (Category, price, quantity)</a:t>
            </a:r>
          </a:p>
          <a:p>
            <a:r>
              <a:t>Transaction attributes (Date, store, payment method)</a:t>
            </a:r>
          </a:p>
          <a:p>
            <a:r>
              <a:t>Sales and revenue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data distribution and structure</a:t>
            </a:r>
          </a:p>
          <a:p>
            <a:r>
              <a:t>Identify missing values and outliers</a:t>
            </a:r>
          </a:p>
          <a:p>
            <a:r>
              <a:t>Detect patterns and trends in sales</a:t>
            </a:r>
          </a:p>
          <a:p>
            <a:r>
              <a:t>Support business and analytical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a single variable</a:t>
            </a:r>
          </a:p>
          <a:p>
            <a:r>
              <a:t>Focuses on distribution, central tendency, and spread</a:t>
            </a:r>
          </a:p>
          <a:p>
            <a:r>
              <a:t>Helps identify skewness and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Statistical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of central tendency (Mean, Median, Mode)</a:t>
            </a:r>
          </a:p>
          <a:p>
            <a:r>
              <a:t>Measures of dispersion (Variance, Standard Deviation)</a:t>
            </a:r>
          </a:p>
          <a:p>
            <a:r>
              <a:t>Frequency tables and histograms</a:t>
            </a:r>
          </a:p>
          <a:p>
            <a:r>
              <a:t>Box plots for outlier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Examines relationship between two variables</a:t>
            </a:r>
          </a:p>
          <a:p>
            <a:r>
              <a:t>Helps identify correlations and dependencies</a:t>
            </a:r>
          </a:p>
          <a:p>
            <a:r>
              <a:t>Useful for understanding sales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Bivariate Statistical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analysis</a:t>
            </a:r>
          </a:p>
          <a:p>
            <a:r>
              <a:t>Scatter plots</a:t>
            </a:r>
          </a:p>
          <a:p>
            <a:r>
              <a:t>Cross-tabulation</a:t>
            </a:r>
          </a:p>
          <a:p>
            <a:r>
              <a:t>Group-wise comparisons (e.g., sales by category)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Involves analysis of more than two variables simultaneously</a:t>
            </a:r>
          </a:p>
          <a:p>
            <a:r>
              <a:t>Captures complex relationships in retail data</a:t>
            </a:r>
          </a:p>
          <a:p>
            <a:r>
              <a:t>Useful for customer and product segmentation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Multivariate Statistical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Principal Component Analysis (PCA)</a:t>
            </a:r>
          </a:p>
          <a:p>
            <a:r>
              <a:t>Clustering techniques</a:t>
            </a:r>
          </a:p>
          <a:p>
            <a:r>
              <a:t>Multivariate regression</a:t>
            </a:r>
          </a:p>
          <a:p>
            <a:r>
              <a:t>Heatmaps and pair plots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Large-Scale Retail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data volume and velocity</a:t>
            </a:r>
          </a:p>
          <a:p>
            <a:r>
              <a:t>Missing and inconsistent data</a:t>
            </a:r>
          </a:p>
          <a:p>
            <a:r>
              <a:t>Handling outliers and noise</a:t>
            </a:r>
          </a:p>
          <a:p>
            <a:r>
              <a:t>Scalability and performance issues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high-performing products and categories</a:t>
            </a:r>
          </a:p>
          <a:p>
            <a:r>
              <a:t>Understand customer purchasing behavior</a:t>
            </a:r>
          </a:p>
          <a:p>
            <a:r>
              <a:t>Detect seasonal and regional trends</a:t>
            </a:r>
          </a:p>
          <a:p>
            <a:r>
              <a:t>Support pricing and inventory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is a critical step in retail data analytics</a:t>
            </a:r>
          </a:p>
          <a:p>
            <a:r>
              <a:t>Univariate, bivariate, and multivariate techniques provide layered insights</a:t>
            </a:r>
          </a:p>
          <a:p>
            <a:r>
              <a:t>Strong EDA leads to better models and business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311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Exploratory Data Analysis of Large-Scale Retail Transaction Data</vt:lpstr>
      <vt:lpstr>Introduction</vt:lpstr>
      <vt:lpstr>Retail Transaction Data Overview</vt:lpstr>
      <vt:lpstr>Objectives of EDA</vt:lpstr>
      <vt:lpstr>Univariate Analysis</vt:lpstr>
      <vt:lpstr>Univariate Statistical Techniques</vt:lpstr>
      <vt:lpstr>Bivariate Analysis</vt:lpstr>
      <vt:lpstr>Bivariate Statistical Techniques</vt:lpstr>
      <vt:lpstr>Multivariate Analysis</vt:lpstr>
      <vt:lpstr>Multivariate Statistical Techniques</vt:lpstr>
      <vt:lpstr>Challenges in Large-Scale Retail EDA</vt:lpstr>
      <vt:lpstr>Business Insights from EDA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pujari</cp:lastModifiedBy>
  <cp:revision>1</cp:revision>
  <dcterms:created xsi:type="dcterms:W3CDTF">2013-01-27T09:14:16Z</dcterms:created>
  <dcterms:modified xsi:type="dcterms:W3CDTF">2026-03-02T13:42:38Z</dcterms:modified>
  <cp:category/>
</cp:coreProperties>
</file>